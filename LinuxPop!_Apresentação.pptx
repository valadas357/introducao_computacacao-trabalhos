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9221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8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36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18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37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41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42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49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247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80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683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962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4816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148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680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78890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61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DE72B6F-11B5-4A86-B940-DCCCD29D28C3}" type="datetimeFigureOut">
              <a:rPr lang="pt-BR" smtClean="0"/>
              <a:t>30/03/2026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pt-B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43DF397-CCEE-40D9-9846-3A4E336AD5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97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horonix.com/news/System76-Ships-Pop-OS-24.04" TargetMode="External"/><Relationship Id="rId3" Type="http://schemas.openxmlformats.org/officeDocument/2006/relationships/hyperlink" Target="https://itsfoss.com/pop-os-linux-review/" TargetMode="External"/><Relationship Id="rId7" Type="http://schemas.openxmlformats.org/officeDocument/2006/relationships/hyperlink" Target="https://blog.system76.com/post/pop-24-04-lts-upgrade" TargetMode="External"/><Relationship Id="rId2" Type="http://schemas.openxmlformats.org/officeDocument/2006/relationships/hyperlink" Target="https://diolinux.com.br/noticias/pop-os-24-04-arquitetura-arm-e-mais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t.wikipedia.org/wiki/Pop!_OS" TargetMode="External"/><Relationship Id="rId5" Type="http://schemas.openxmlformats.org/officeDocument/2006/relationships/hyperlink" Target="https://diolinux.com.br/editorial/cosmic-desktop-o-primeiro-nova-era.html" TargetMode="External"/><Relationship Id="rId10" Type="http://schemas.openxmlformats.org/officeDocument/2006/relationships/hyperlink" Target="https://medium.com/electronics-technologies-sciences/pop-os-a-brand-new-linux-distribution-journey-for-computer-expert-and-everyone-51018b7260b9" TargetMode="External"/><Relationship Id="rId4" Type="http://schemas.openxmlformats.org/officeDocument/2006/relationships/hyperlink" Target="https://www.controle.net/faq/ubuntu-linux" TargetMode="External"/><Relationship Id="rId9" Type="http://schemas.openxmlformats.org/officeDocument/2006/relationships/hyperlink" Target="https://www.omgubuntu.co.uk/2025/12/pop_os-24-04-lts-stable-relea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A5704B-4975-9E88-A46E-0B3764FC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3"/>
            <a:ext cx="12192000" cy="683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0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68AEF4-5C07-BA05-AB5C-CD4F7047A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58B26F-F14A-47DC-F149-6812472DA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2B02FE-40FE-B130-A9B1-A816A125B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98"/>
            <a:ext cx="12192000" cy="680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2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54E27F-B610-B1F6-DEF7-C2C466F0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128A3E-434E-4782-C8F6-E053816DA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CF8251-544C-DA81-A6E1-70308E958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95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93BC1-38AA-6FC0-F335-FE19D5B2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F36AB-A1D9-DECF-EB7C-FD6679DE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149AA0A-59D3-98C5-99F8-563FF7436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"/>
            <a:ext cx="12192000" cy="685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23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D799-F7FE-A9B8-3020-3C4AA23F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5F745B-14F0-5734-E4DD-1B2CDFAAE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1811B-1C36-48A7-2212-A9FF80D3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55"/>
            <a:ext cx="12192000" cy="681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105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C8431-FDC1-6E1D-B50A-C0E1A040C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DB3D7A-B228-2A1B-3E3C-0FE5FE73C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5F6C89-9316-3EC6-707A-B9EC851A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16"/>
            <a:ext cx="12192000" cy="684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7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6CA47F1-7B01-40CC-F835-CC13B16CED2F}"/>
              </a:ext>
            </a:extLst>
          </p:cNvPr>
          <p:cNvSpPr txBox="1"/>
          <p:nvPr/>
        </p:nvSpPr>
        <p:spPr>
          <a:xfrm>
            <a:off x="3047999" y="40139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i="1" u="sng" dirty="0">
                <a:solidFill>
                  <a:schemeClr val="accent6">
                    <a:lumMod val="75000"/>
                  </a:schemeClr>
                </a:solidFill>
                <a:latin typeface="Bahnschrift SemiBold Condensed" panose="020B0502040204020203" pitchFamily="34" charset="0"/>
              </a:rPr>
              <a:t>Fontes</a:t>
            </a:r>
            <a:endParaRPr lang="pt-BR" sz="4400" i="1" u="sng" dirty="0">
              <a:solidFill>
                <a:schemeClr val="accent6">
                  <a:lumMod val="75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BF8572-C1A7-9587-EC5C-118CAE548585}"/>
              </a:ext>
            </a:extLst>
          </p:cNvPr>
          <p:cNvSpPr txBox="1"/>
          <p:nvPr/>
        </p:nvSpPr>
        <p:spPr>
          <a:xfrm>
            <a:off x="3218328" y="1057836"/>
            <a:ext cx="5755341" cy="510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https://diolinux.com.br/noticias/pop-os-24-04-arquitetura-arm-e-mais.html</a:t>
            </a:r>
            <a:endParaRPr lang="pt-BR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https://itsfoss.com/pop-os-linux-review/</a:t>
            </a:r>
            <a:endParaRPr lang="pt-BR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https://diolinux.com.br/editorial/cosmic-desktop-o-primeiro-nova-era.html</a:t>
            </a:r>
            <a:endParaRPr lang="pt-BR" sz="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pt-BR" sz="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4"/>
              </a:rPr>
              <a:t>https://www.controle.net/faq/ubuntu-linux</a:t>
            </a:r>
            <a:b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ttps://www.google.com/url?sa=i&amp;source=web&amp;rct=j&amp;url=https://www.reddit.com/r/linux4noobs/comments/1jqm4zp/whats_the_use_case_for_pop_os_and_what_advantages/?tl%3Dpt-br%23:~:text%3DE%2520a%25C3%25AD%252C%2520eu%2520usei%2520v%25C3%25A1rias,%252C%2520e%2520funcionou%2520muito%2520bem).&amp;ved=2ahUKEwiB5p3IvMiTAxXTrJUCHbBbHTIQ1fkOegQICxAC&amp;opi=89978449&amp;cd&amp;psig=AOvVaw3AJ7TghwaExHsv88pB4P0Q&amp;ust=1774989302748000https://www.google.com/url?sa=i&amp;source=web&amp;rct=j&amp;url=https://www.vivaolinux.com.br/artigo/Pop-OS-Linux-Uma-boa-distribuicao-baseada-no-Ubuntu%23:~:text%3DRecursos%2520de%2520repara%25C3%25A7%25C3%25A3o,mesmo%2520espa%25C3%25A7o%2520dos%2520arquivos%2520originais.&amp;ved=2ahUKEwiB5p3IvMiTAxXTrJUCHbBbHTIQ1fkOegQICxAh&amp;opi=89978449&amp;cd&amp;psig=AOvVaw3AJ7TghwaExHsv88pB4P0Q&amp;ust=1774989302748000Ecossistema https://www.google.com/</a:t>
            </a:r>
            <a:r>
              <a:rPr lang="pt-BR" sz="800" u="sng" dirty="0" err="1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url?sa</a:t>
            </a: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=</a:t>
            </a:r>
            <a:r>
              <a:rPr lang="pt-BR" sz="800" u="sng" dirty="0" err="1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i&amp;source</a:t>
            </a: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=</a:t>
            </a:r>
            <a:r>
              <a:rPr lang="pt-BR" sz="800" u="sng" dirty="0" err="1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web&amp;rct</a:t>
            </a: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=</a:t>
            </a:r>
            <a:r>
              <a:rPr lang="pt-BR" sz="800" u="sng" dirty="0" err="1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j&amp;url</a:t>
            </a: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=https://www.youtube.com/watch?v%3DI0Xc4ARgWtA%26t%3D14&amp;ved=2ahUKEwidofb5vMiTAxWyRLgEHc05O-IQ1fkOegQIEBAC&amp;opi=89978449&amp;cd&amp;psig=AOvVaw2Jy9QldWIxqWi8qxyyQDmL&amp;ust=1774989406957000https://en.wikipedia.org/wiki/Pop!_OS#:~:</a:t>
            </a:r>
            <a:r>
              <a:rPr lang="pt-BR" sz="800" u="sng" dirty="0" err="1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text</a:t>
            </a:r>
            <a: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=editar-,O%20Pop!_,desktop%20COSMIC%20%2C%20desenvolvido%20pela%20System76.</a:t>
            </a:r>
            <a:b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br>
              <a:rPr lang="pt-BR" sz="800" u="sng" dirty="0">
                <a:solidFill>
                  <a:srgbClr val="0563C1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pt-BR" sz="800" u="sng" dirty="0">
                <a:hlinkClick r:id="rId2"/>
              </a:rPr>
              <a:t>https://diolinux.com.br/noticias/pop-os-24-04-arquitetura-arm-e-mais.html</a:t>
            </a:r>
            <a:endParaRPr lang="pt-BR" sz="800" dirty="0"/>
          </a:p>
          <a:p>
            <a:pPr algn="ctr"/>
            <a:r>
              <a:rPr lang="pt-BR" sz="800" u="sng" dirty="0">
                <a:hlinkClick r:id="rId3"/>
              </a:rPr>
              <a:t>https://itsfoss.com/pop-os-linux-review/</a:t>
            </a:r>
            <a:endParaRPr lang="pt-BR" sz="800" dirty="0"/>
          </a:p>
          <a:p>
            <a:pPr algn="ctr"/>
            <a:r>
              <a:rPr lang="pt-BR" sz="800" u="sng" dirty="0">
                <a:hlinkClick r:id="rId5"/>
              </a:rPr>
              <a:t>https://diolinux.com.br/editorial/cosmic-desktop-o-primeiro-nova-era.html</a:t>
            </a:r>
            <a:endParaRPr lang="pt-BR" sz="800" dirty="0"/>
          </a:p>
          <a:p>
            <a:pPr algn="ctr"/>
            <a:r>
              <a:rPr lang="pt-BR" sz="800" u="sng" dirty="0">
                <a:hlinkClick r:id="rId4"/>
              </a:rPr>
              <a:t>https://www.controle.net/faq/ubuntu-linux</a:t>
            </a:r>
            <a:endParaRPr lang="pt-BR" sz="800" dirty="0"/>
          </a:p>
          <a:p>
            <a:pPr algn="ctr">
              <a:buNone/>
            </a:pPr>
            <a:br>
              <a:rPr lang="pt-BR" sz="800" dirty="0"/>
            </a:br>
            <a:r>
              <a:rPr lang="pt-BR" sz="800" dirty="0">
                <a:hlinkClick r:id="rId6"/>
              </a:rPr>
              <a:t>https://pt.wikipedia.org/wiki/Pop!_OS</a:t>
            </a:r>
            <a:br>
              <a:rPr lang="pt-BR" sz="800" dirty="0"/>
            </a:br>
            <a:r>
              <a:rPr lang="pt-BR" sz="800" dirty="0">
                <a:hlinkClick r:id="rId7"/>
              </a:rPr>
              <a:t>https://blog.system76.com/post/pop-24-04-lts-upgrade</a:t>
            </a:r>
            <a:br>
              <a:rPr lang="pt-BR" sz="800" dirty="0"/>
            </a:br>
            <a:r>
              <a:rPr lang="pt-BR" sz="800" dirty="0">
                <a:hlinkClick r:id="rId8"/>
              </a:rPr>
              <a:t>https://www.phoronix.com/news/System76-Ships-Pop-OS-24.04</a:t>
            </a:r>
            <a:br>
              <a:rPr lang="pt-BR" sz="800" dirty="0"/>
            </a:br>
            <a:r>
              <a:rPr lang="pt-BR" sz="800" dirty="0">
                <a:hlinkClick r:id="rId9"/>
              </a:rPr>
              <a:t>https://www.omgubuntu.co.uk/2025/12/pop_os-24-04-lts-stable-release</a:t>
            </a:r>
            <a:br>
              <a:rPr lang="pt-BR" sz="800" dirty="0"/>
            </a:br>
            <a:r>
              <a:rPr lang="pt-BR" sz="800" dirty="0"/>
              <a:t>https://www.reddit.com/r/LinusTechTips/comments/1rgr2hl/linus_please_stop_trying_pop_os/</a:t>
            </a:r>
            <a:br>
              <a:rPr lang="pt-BR" sz="800" dirty="0"/>
            </a:br>
            <a:r>
              <a:rPr lang="pt-BR" sz="800" dirty="0"/>
              <a:t>https://www.reddit.com/r/pop_os/comments/1n4z2ac/pop_os_is_the_best_linux_distro_for_daily_driving/</a:t>
            </a:r>
            <a:br>
              <a:rPr lang="pt-BR" sz="800" dirty="0"/>
            </a:br>
            <a:r>
              <a:rPr lang="pt-BR" sz="800" dirty="0">
                <a:hlinkClick r:id="rId10"/>
              </a:rPr>
              <a:t>https://medium.com/electronics-technologies-sciences/pop-os-a-brand-new-linux-distribution-journey-for-computer-expert-and-everyone-51018b7260b9</a:t>
            </a:r>
            <a:br>
              <a:rPr lang="pt-BR" sz="800" dirty="0"/>
            </a:b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33141234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509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Bahnschrift SemiBold Condensed</vt:lpstr>
      <vt:lpstr>Century Gothic</vt:lpstr>
      <vt:lpstr>Wingdings 3</vt:lpstr>
      <vt:lpstr>Íon - Sala da Diretoria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Lemes</dc:creator>
  <cp:lastModifiedBy>D Lemes</cp:lastModifiedBy>
  <cp:revision>2</cp:revision>
  <dcterms:created xsi:type="dcterms:W3CDTF">2026-03-30T23:35:05Z</dcterms:created>
  <dcterms:modified xsi:type="dcterms:W3CDTF">2026-03-30T23:39:06Z</dcterms:modified>
</cp:coreProperties>
</file>